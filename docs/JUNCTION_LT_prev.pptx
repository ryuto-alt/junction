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95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136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(0:00–0:20) JUNCTION、継ぎ目というゲームを作っています。白い建物を歩く一人称パズルです。テーマは「つなぐ」。扉が繋いでいる先は、扉越しに見えていた景色ではありません。今日はそこだけ話します。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(0:20–0:45) 操作はWASDとスペースだけ。扉をくぐると自分の背丈が変わります。柵は大きいときだけ跨げる、隙間は小さいときだけ通れる。それだけです。問題は「自分が大きくなった」をどうやって見せるか。数字も音も出し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(0:45–1:15) 仕掛けはこれです。壁も天井も扉も部屋ごとに縮尺が違う。でもロッカーとベンチだけは、世界中どこでも同じ大きさ。左は小さい部屋、ロッカーが見上げる壁。右は大きい部屋、同じロッカーが腰の高さ。自分が変わったのか、部屋が変わったのか、プレイヤーには分からない。それが狙い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(1:15–1:40) 謎解きはこれです。最初の部屋の柵は絶対に越えられない。出口は見えているのに。扉をいくつかくぐって戻ってくると、同じ柵が膝の高さに転がっている。跨いで出口へ。つなぐというテーマは、自分の大きさを行けなかった場所へ運ぶこと、という意味に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(1:40–2:05) 見える錯覚も入れました。扉の奥に廊下と出口が見える。行くしかない。でも二歩で壁に当たる。廊下は奥行き2.5メートルの先細りの箱で、出口は25センチの玩具でした。Superliminal のやり方です。照明まで同じ比率で縮めてあるので、入口からは絶対に分かりません。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(2:05–2:30) 偽の廊下の突き当りを見ている間、部屋は視界にありません。その隙に部屋を書き換えます。振り返ると光が橙になっていて、ロッカーが反対側にあって、さっき壁だった所に扉が開いている。P.T. の廊下と同じで、「今いる場所は確かだ」という感覚を壊すのが目的です。音は一切鳴らしません。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(2:30–3:00) 中身は自作のDirectX 12エンジンです。ステージはPythonで生成して、壁や廊下のメッシュはBlenderが出し、解けるかどうかは全状態を総当たりで検査しています。AIにエンジンを操作させて、歩かせて、撮って、直す、を何十回も回しました。気づくのは、いつも一歩遅れてから。そういうゲームです。ありがとうござい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_ro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822960"/>
            <a:ext cx="5669280" cy="3190317"/>
          </a:xfrm>
          <a:prstGeom prst="rect">
            <a:avLst/>
          </a:prstGeom>
          <a:ln w="9525">
            <a:solidFill>
              <a:srgbClr val="C8C3B8"/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640080" y="1280160"/>
            <a:ext cx="5303520" cy="128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600" b="1">
                <a:solidFill>
                  <a:srgbClr val="1E1E1E"/>
                </a:solidFill>
                <a:latin typeface="Segoe UI"/>
              </a:rPr>
              <a:t>JUNCTION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05050"/>
            <a:ext cx="530352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7A766E"/>
                </a:solidFill>
                <a:latin typeface="Yu Gothic UI"/>
              </a:rPr>
              <a:t>継ぎ目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3063240"/>
            <a:ext cx="1097280" cy="54864"/>
          </a:xfrm>
          <a:prstGeom prst="rect">
            <a:avLst/>
          </a:prstGeom>
          <a:solidFill>
            <a:srgbClr val="14A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3291840"/>
            <a:ext cx="5303520" cy="1828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1E1E1E"/>
                </a:solidFill>
                <a:latin typeface="Yu Gothic UI"/>
              </a:rPr>
              <a:t>扉が繋ぐのは、</a:t>
            </a:r>
          </a:p>
          <a:p>
            <a:pPr algn="l">
              <a:lnSpc>
                <a:spcPct val="130000"/>
              </a:lnSpc>
            </a:pPr>
            <a:r>
              <a:rPr sz="2800" b="1">
                <a:solidFill>
                  <a:srgbClr val="1E1E1E"/>
                </a:solidFill>
                <a:latin typeface="Yu Gothic UI"/>
              </a:rPr>
              <a:t>見えていた景色ではない。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120640"/>
            <a:ext cx="530352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7A766E"/>
                </a:solidFill>
                <a:latin typeface="Yu Gothic UI"/>
              </a:rPr>
              <a:t>一人称の身体パズル ／ 自作 DirectX 12 エンジン製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7A766E"/>
                </a:solidFill>
                <a:latin typeface="Yu Gothic UI"/>
              </a:rPr>
              <a:t>JUNCTION / 継ぎ目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7A766E"/>
                </a:solidFill>
                <a:latin typeface="Yu Gothic UI"/>
              </a:rP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731520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1E1E1E"/>
                </a:solidFill>
                <a:latin typeface="Yu Gothic UI"/>
              </a:rPr>
              <a:t>ルールは 2 行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097280" cy="54864"/>
          </a:xfrm>
          <a:prstGeom prst="rect">
            <a:avLst/>
          </a:prstGeom>
          <a:solidFill>
            <a:srgbClr val="14A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5486400" cy="32918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>
                <a:solidFill>
                  <a:srgbClr val="1E1E1E"/>
                </a:solidFill>
                <a:latin typeface="Yu Gothic UI"/>
              </a:rPr>
              <a:t>操作は WASD と SPACE だけ。</a:t>
            </a:r>
          </a:p>
          <a:p>
            <a:pPr algn="l">
              <a:lnSpc>
                <a:spcPct val="135000"/>
              </a:lnSpc>
            </a:pPr>
            <a:endParaRPr sz="2400" b="0">
              <a:solidFill>
                <a:srgbClr val="1E1E1E"/>
              </a:solidFill>
              <a:latin typeface="Yu Gothic UI"/>
            </a:endParaRPr>
          </a:p>
          <a:p>
            <a:pPr algn="l">
              <a:lnSpc>
                <a:spcPct val="135000"/>
              </a:lnSpc>
            </a:pPr>
            <a:r>
              <a:rPr sz="2400" b="0">
                <a:solidFill>
                  <a:srgbClr val="1E1E1E"/>
                </a:solidFill>
                <a:latin typeface="Yu Gothic UI"/>
              </a:rPr>
              <a:t>扉をくぐると、</a:t>
            </a:r>
          </a:p>
          <a:p>
            <a:pPr algn="l">
              <a:lnSpc>
                <a:spcPct val="135000"/>
              </a:lnSpc>
            </a:pPr>
            <a:r>
              <a:rPr sz="2400" b="0">
                <a:solidFill>
                  <a:srgbClr val="1E1E1E"/>
                </a:solidFill>
                <a:latin typeface="Yu Gothic UI"/>
              </a:rPr>
              <a:t>自分の背丈が変わる。</a:t>
            </a:r>
          </a:p>
          <a:p>
            <a:pPr algn="l">
              <a:lnSpc>
                <a:spcPct val="135000"/>
              </a:lnSpc>
            </a:pPr>
            <a:endParaRPr sz="2400" b="0">
              <a:solidFill>
                <a:srgbClr val="1E1E1E"/>
              </a:solidFill>
              <a:latin typeface="Yu Gothic UI"/>
            </a:endParaRPr>
          </a:p>
          <a:p>
            <a:pPr algn="l">
              <a:lnSpc>
                <a:spcPct val="135000"/>
              </a:lnSpc>
            </a:pPr>
            <a:r>
              <a:rPr sz="2400" b="0">
                <a:solidFill>
                  <a:srgbClr val="1E1E1E"/>
                </a:solidFill>
                <a:latin typeface="Yu Gothic UI"/>
              </a:rPr>
              <a:t>柵・隙間・溝を、</a:t>
            </a:r>
          </a:p>
          <a:p>
            <a:pPr algn="l">
              <a:lnSpc>
                <a:spcPct val="135000"/>
              </a:lnSpc>
            </a:pPr>
            <a:r>
              <a:rPr sz="2400" b="0">
                <a:solidFill>
                  <a:srgbClr val="1E1E1E"/>
                </a:solidFill>
                <a:latin typeface="Yu Gothic UI"/>
              </a:rPr>
              <a:t>ちょうどいい背丈で越える。</a:t>
            </a:r>
          </a:p>
        </p:txBody>
      </p:sp>
      <p:pic>
        <p:nvPicPr>
          <p:cNvPr id="5" name="Picture 4" descr="s8_do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554480"/>
            <a:ext cx="5212080" cy="2933034"/>
          </a:xfrm>
          <a:prstGeom prst="rect">
            <a:avLst/>
          </a:prstGeom>
          <a:ln w="9525">
            <a:solidFill>
              <a:srgbClr val="C8C3B8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400800" y="4542378"/>
            <a:ext cx="52120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7A766E"/>
                </a:solidFill>
                <a:latin typeface="Yu Gothic UI"/>
              </a:rPr>
              <a:t>どの部屋にも扉がある。開いている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7A766E"/>
                </a:solidFill>
                <a:latin typeface="Yu Gothic UI"/>
              </a:rPr>
              <a:t>JUNCTION / 継ぎ目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7A766E"/>
                </a:solidFill>
                <a:latin typeface="Yu Gothic UI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E1E1E"/>
                </a:solidFill>
                <a:latin typeface="Yu Gothic UI"/>
              </a:rPr>
              <a:t>部屋だけが縮む。家具は世界中どこでも同じ大きさ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97280" cy="54864"/>
          </a:xfrm>
          <a:prstGeom prst="rect">
            <a:avLst/>
          </a:prstGeom>
          <a:solidFill>
            <a:srgbClr val="14A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4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0"/>
            <a:ext cx="5394960" cy="3035947"/>
          </a:xfrm>
          <a:prstGeom prst="rect">
            <a:avLst/>
          </a:prstGeom>
          <a:ln w="9525">
            <a:solidFill>
              <a:srgbClr val="C8C3B8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40080" y="4645291"/>
            <a:ext cx="53949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7A766E"/>
                </a:solidFill>
                <a:latin typeface="Yu Gothic UI"/>
              </a:rPr>
              <a:t>小さい部屋。ロッカーは見上げる壁、ベンチは目の高さ</a:t>
            </a:r>
          </a:p>
        </p:txBody>
      </p:sp>
      <p:pic>
        <p:nvPicPr>
          <p:cNvPr id="6" name="Picture 5" descr="s7_big_prop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554480"/>
            <a:ext cx="5394960" cy="3035947"/>
          </a:xfrm>
          <a:prstGeom prst="rect">
            <a:avLst/>
          </a:prstGeom>
          <a:ln w="9525">
            <a:solidFill>
              <a:srgbClr val="C8C3B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217920" y="4645291"/>
            <a:ext cx="53949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7A766E"/>
                </a:solidFill>
                <a:latin typeface="Yu Gothic UI"/>
              </a:rPr>
              <a:t>大きい部屋。同じロッカーが腰、同じベンチが脛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120640"/>
            <a:ext cx="109728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7A766E"/>
                </a:solidFill>
                <a:latin typeface="Yu Gothic UI"/>
              </a:rPr>
              <a:t>比較する物が無ければ錯覚は起きない。だから「知っている大きさの物」だけを、部屋と一緒に縮めない。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7A766E"/>
                </a:solidFill>
                <a:latin typeface="Yu Gothic UI"/>
              </a:rPr>
              <a:t>JUNCTION / 継ぎ目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7A766E"/>
                </a:solidFill>
                <a:latin typeface="Yu Gothic UI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E1E1E"/>
                </a:solidFill>
                <a:latin typeface="Yu Gothic UI"/>
              </a:rPr>
              <a:t>同じ柵を、二度見せる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97280" cy="54864"/>
          </a:xfrm>
          <a:prstGeom prst="rect">
            <a:avLst/>
          </a:prstGeom>
          <a:solidFill>
            <a:srgbClr val="14A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6_normal_f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0"/>
            <a:ext cx="5394960" cy="3035947"/>
          </a:xfrm>
          <a:prstGeom prst="rect">
            <a:avLst/>
          </a:prstGeom>
          <a:ln w="9525">
            <a:solidFill>
              <a:srgbClr val="C8C3B8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40080" y="4645291"/>
            <a:ext cx="53949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7A766E"/>
                </a:solidFill>
                <a:latin typeface="Yu Gothic UI"/>
              </a:rPr>
              <a:t>最初の部屋。壁。奥に出口が見えるのに行けない</a:t>
            </a:r>
          </a:p>
        </p:txBody>
      </p:sp>
      <p:pic>
        <p:nvPicPr>
          <p:cNvPr id="6" name="Picture 5" descr="s5_big_fe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554480"/>
            <a:ext cx="5394960" cy="3035947"/>
          </a:xfrm>
          <a:prstGeom prst="rect">
            <a:avLst/>
          </a:prstGeom>
          <a:ln w="9525">
            <a:solidFill>
              <a:srgbClr val="C8C3B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217920" y="4645291"/>
            <a:ext cx="53949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7A766E"/>
                </a:solidFill>
                <a:latin typeface="Yu Gothic UI"/>
              </a:rPr>
              <a:t>最後の部屋。同じ 1.7m の柵が、膝の高さ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120640"/>
            <a:ext cx="109728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7A766E"/>
                </a:solidFill>
                <a:latin typeface="Yu Gothic UI"/>
              </a:rPr>
              <a:t>越えられなかった物が、何もしていないのに越えられる。「つなぐ」= 自分の大きさを、行けなかった場所へ運ぶこと。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7A766E"/>
                </a:solidFill>
                <a:latin typeface="Yu Gothic UI"/>
              </a:rPr>
              <a:t>JUNCTION / 継ぎ目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7A766E"/>
                </a:solidFill>
                <a:latin typeface="Yu Gothic UI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E1E1E"/>
                </a:solidFill>
                <a:latin typeface="Yu Gothic UI"/>
              </a:rPr>
              <a:t>20m の廊下は、奥行き 2.5m の箱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97280" cy="54864"/>
          </a:xfrm>
          <a:prstGeom prst="rect">
            <a:avLst/>
          </a:prstGeom>
          <a:solidFill>
            <a:srgbClr val="14A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2_fak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0"/>
            <a:ext cx="5394960" cy="3035947"/>
          </a:xfrm>
          <a:prstGeom prst="rect">
            <a:avLst/>
          </a:prstGeom>
          <a:ln w="9525">
            <a:solidFill>
              <a:srgbClr val="C8C3B8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40080" y="4645291"/>
            <a:ext cx="53949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7A766E"/>
                </a:solidFill>
                <a:latin typeface="Yu Gothic UI"/>
              </a:rPr>
              <a:t>扉の奥に長い廊下。照明が等間隔に並び、突き当りに緑の出口</a:t>
            </a:r>
          </a:p>
        </p:txBody>
      </p:sp>
      <p:pic>
        <p:nvPicPr>
          <p:cNvPr id="6" name="Picture 5" descr="s3_fakee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554480"/>
            <a:ext cx="5394960" cy="3035947"/>
          </a:xfrm>
          <a:prstGeom prst="rect">
            <a:avLst/>
          </a:prstGeom>
          <a:ln w="9525">
            <a:solidFill>
              <a:srgbClr val="C8C3B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217920" y="4645291"/>
            <a:ext cx="53949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7A766E"/>
                </a:solidFill>
                <a:latin typeface="Yu Gothic UI"/>
              </a:rPr>
              <a:t>2 歩で壁。緑の出口は 25cm の玩具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120640"/>
            <a:ext cx="109728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7A766E"/>
                </a:solidFill>
                <a:latin typeface="Yu Gothic UI"/>
              </a:rPr>
              <a:t>強制遠近法。先細りの箱に、照明も同じ比で縮めて並べる。入口からは本物と見分けがつかない。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7A766E"/>
                </a:solidFill>
                <a:latin typeface="Yu Gothic UI"/>
              </a:rPr>
              <a:t>JUNCTION / 継ぎ目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7A766E"/>
                </a:solidFill>
                <a:latin typeface="Yu Gothic UI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E1E1E"/>
                </a:solidFill>
                <a:latin typeface="Yu Gothic UI"/>
              </a:rPr>
              <a:t>振り向くと、部屋が違う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97280" cy="54864"/>
          </a:xfrm>
          <a:prstGeom prst="rect">
            <a:avLst/>
          </a:prstGeom>
          <a:solidFill>
            <a:srgbClr val="14A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9_morp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0"/>
            <a:ext cx="6766560" cy="3807798"/>
          </a:xfrm>
          <a:prstGeom prst="rect">
            <a:avLst/>
          </a:prstGeom>
          <a:ln w="9525">
            <a:solidFill>
              <a:srgbClr val="C8C3B8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40080" y="5417142"/>
            <a:ext cx="67665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7A766E"/>
                </a:solidFill>
                <a:latin typeface="Yu Gothic UI"/>
              </a:rPr>
              <a:t>偽の廊下から戻ると: 光が橙、ロッカーが反対側、壁だった所に扉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737360"/>
            <a:ext cx="3931920" cy="34747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1E1E1E"/>
                </a:solidFill>
                <a:latin typeface="Yu Gothic UI"/>
              </a:rPr>
              <a:t>プレイヤーが背を向けている</a:t>
            </a:r>
          </a:p>
          <a:p>
            <a:pPr algn="l">
              <a:lnSpc>
                <a:spcPct val="135000"/>
              </a:lnSpc>
            </a:pPr>
            <a:r>
              <a:rPr sz="1800" b="0">
                <a:solidFill>
                  <a:srgbClr val="1E1E1E"/>
                </a:solidFill>
                <a:latin typeface="Yu Gothic UI"/>
              </a:rPr>
              <a:t>間だけ、部屋を書き換える。</a:t>
            </a:r>
          </a:p>
          <a:p>
            <a:pPr algn="l">
              <a:lnSpc>
                <a:spcPct val="135000"/>
              </a:lnSpc>
            </a:pPr>
            <a:endParaRPr sz="1800" b="0">
              <a:solidFill>
                <a:srgbClr val="1E1E1E"/>
              </a:solidFill>
              <a:latin typeface="Yu Gothic UI"/>
            </a:endParaRPr>
          </a:p>
          <a:p>
            <a:pPr algn="l">
              <a:lnSpc>
                <a:spcPct val="135000"/>
              </a:lnSpc>
            </a:pPr>
            <a:r>
              <a:rPr sz="1800" b="0">
                <a:solidFill>
                  <a:srgbClr val="1E1E1E"/>
                </a:solidFill>
                <a:latin typeface="Yu Gothic UI"/>
              </a:rPr>
              <a:t>・家具の位置</a:t>
            </a:r>
          </a:p>
          <a:p>
            <a:pPr algn="l">
              <a:lnSpc>
                <a:spcPct val="135000"/>
              </a:lnSpc>
            </a:pPr>
            <a:r>
              <a:rPr sz="1800" b="0">
                <a:solidFill>
                  <a:srgbClr val="1E1E1E"/>
                </a:solidFill>
                <a:latin typeface="Yu Gothic UI"/>
              </a:rPr>
              <a:t>・光の色</a:t>
            </a:r>
          </a:p>
          <a:p>
            <a:pPr algn="l">
              <a:lnSpc>
                <a:spcPct val="135000"/>
              </a:lnSpc>
            </a:pPr>
            <a:r>
              <a:rPr sz="1800" b="0">
                <a:solidFill>
                  <a:srgbClr val="1E1E1E"/>
                </a:solidFill>
                <a:latin typeface="Yu Gothic UI"/>
              </a:rPr>
              <a:t>・壁だった所の扉が開く</a:t>
            </a:r>
          </a:p>
          <a:p>
            <a:pPr algn="l">
              <a:lnSpc>
                <a:spcPct val="135000"/>
              </a:lnSpc>
            </a:pPr>
            <a:r>
              <a:rPr sz="1800" b="0">
                <a:solidFill>
                  <a:srgbClr val="1E1E1E"/>
                </a:solidFill>
                <a:latin typeface="Yu Gothic UI"/>
              </a:rPr>
              <a:t>・来た扉が壁になる</a:t>
            </a:r>
          </a:p>
          <a:p>
            <a:pPr algn="l">
              <a:lnSpc>
                <a:spcPct val="135000"/>
              </a:lnSpc>
            </a:pPr>
            <a:endParaRPr sz="1800" b="0">
              <a:solidFill>
                <a:srgbClr val="1E1E1E"/>
              </a:solidFill>
              <a:latin typeface="Yu Gothic UI"/>
            </a:endParaRPr>
          </a:p>
          <a:p>
            <a:pPr algn="l">
              <a:lnSpc>
                <a:spcPct val="135000"/>
              </a:lnSpc>
            </a:pPr>
            <a:r>
              <a:rPr sz="1800" b="0">
                <a:solidFill>
                  <a:srgbClr val="1E1E1E"/>
                </a:solidFill>
                <a:latin typeface="Yu Gothic UI"/>
              </a:rPr>
              <a:t>音は鳴らさない。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7A766E"/>
                </a:solidFill>
                <a:latin typeface="Yu Gothic UI"/>
              </a:rPr>
              <a:t>JUNCTION / 継ぎ目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7A766E"/>
                </a:solidFill>
                <a:latin typeface="Yu Gothic UI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E1E1E"/>
                </a:solidFill>
                <a:latin typeface="Yu Gothic UI"/>
              </a:rPr>
              <a:t>作り方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97280" cy="54864"/>
          </a:xfrm>
          <a:prstGeom prst="rect">
            <a:avLst/>
          </a:prstGeom>
          <a:solidFill>
            <a:srgbClr val="14A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5669280" cy="32918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1E1E1E"/>
                </a:solidFill>
                <a:latin typeface="Yu Gothic UI"/>
              </a:rPr>
              <a:t>自作 DirectX 12 エンジン(C++ / Lua / Jolt)</a:t>
            </a:r>
          </a:p>
          <a:p>
            <a:pPr algn="l">
              <a:lnSpc>
                <a:spcPct val="135000"/>
              </a:lnSpc>
            </a:pPr>
            <a:endParaRPr sz="1800" b="0">
              <a:solidFill>
                <a:srgbClr val="1E1E1E"/>
              </a:solidFill>
              <a:latin typeface="Yu Gothic UI"/>
            </a:endParaRPr>
          </a:p>
          <a:p>
            <a:pPr algn="l">
              <a:lnSpc>
                <a:spcPct val="135000"/>
              </a:lnSpc>
            </a:pPr>
            <a:r>
              <a:rPr sz="1800" b="0">
                <a:solidFill>
                  <a:srgbClr val="1E1E1E"/>
                </a:solidFill>
                <a:latin typeface="Yu Gothic UI"/>
              </a:rPr>
              <a:t>ステージは Python で生成</a:t>
            </a:r>
          </a:p>
          <a:p>
            <a:pPr algn="l">
              <a:lnSpc>
                <a:spcPct val="135000"/>
              </a:lnSpc>
            </a:pPr>
            <a:r>
              <a:rPr sz="1800" b="0">
                <a:solidFill>
                  <a:srgbClr val="1E1E1E"/>
                </a:solidFill>
                <a:latin typeface="Yu Gothic UI"/>
              </a:rPr>
              <a:t>　壁・廊下・扉板のメッシュは Blender が出力</a:t>
            </a:r>
          </a:p>
          <a:p>
            <a:pPr algn="l">
              <a:lnSpc>
                <a:spcPct val="135000"/>
              </a:lnSpc>
            </a:pPr>
            <a:r>
              <a:rPr sz="1800" b="0">
                <a:solidFill>
                  <a:srgbClr val="1E1E1E"/>
                </a:solidFill>
                <a:latin typeface="Yu Gothic UI"/>
              </a:rPr>
              <a:t>　解けるか・想定手数・詰み無しを総当たりで検査</a:t>
            </a:r>
          </a:p>
          <a:p>
            <a:pPr algn="l">
              <a:lnSpc>
                <a:spcPct val="135000"/>
              </a:lnSpc>
            </a:pPr>
            <a:endParaRPr sz="1800" b="0">
              <a:solidFill>
                <a:srgbClr val="1E1E1E"/>
              </a:solidFill>
              <a:latin typeface="Yu Gothic UI"/>
            </a:endParaRPr>
          </a:p>
          <a:p>
            <a:pPr algn="l">
              <a:lnSpc>
                <a:spcPct val="135000"/>
              </a:lnSpc>
            </a:pPr>
            <a:r>
              <a:rPr sz="1800" b="0">
                <a:solidFill>
                  <a:srgbClr val="1E1E1E"/>
                </a:solidFill>
                <a:latin typeface="Yu Gothic UI"/>
              </a:rPr>
              <a:t>AI(Claude Code)がエンジンを MCP で操作して</a:t>
            </a:r>
          </a:p>
          <a:p>
            <a:pPr algn="l">
              <a:lnSpc>
                <a:spcPct val="135000"/>
              </a:lnSpc>
            </a:pPr>
            <a:r>
              <a:rPr sz="1800" b="0">
                <a:solidFill>
                  <a:srgbClr val="1E1E1E"/>
                </a:solidFill>
                <a:latin typeface="Yu Gothic UI"/>
              </a:rPr>
              <a:t>　歩かせ、撮り、直す、を回した</a:t>
            </a:r>
          </a:p>
        </p:txBody>
      </p:sp>
      <p:pic>
        <p:nvPicPr>
          <p:cNvPr id="5" name="Picture 4" descr="s1_ro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645920"/>
            <a:ext cx="5029200" cy="2830120"/>
          </a:xfrm>
          <a:prstGeom prst="rect">
            <a:avLst/>
          </a:prstGeom>
          <a:ln w="9525">
            <a:solidFill>
              <a:srgbClr val="C8C3B8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583680" y="4663440"/>
            <a:ext cx="502920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4A874"/>
                </a:solidFill>
                <a:latin typeface="Yu Gothic UI"/>
              </a:rPr>
              <a:t>気づくのは、いつも一歩遅れてから。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5303520"/>
            <a:ext cx="50292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7A766E"/>
                </a:solidFill>
                <a:latin typeface="Yu Gothic UI"/>
              </a:rPr>
              <a:t>build/game/Game.exe で遊べます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7A766E"/>
                </a:solidFill>
                <a:latin typeface="Yu Gothic UI"/>
              </a:rPr>
              <a:t>JUNCTION / 継ぎ目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7A766E"/>
                </a:solidFill>
                <a:latin typeface="Yu Gothic UI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414</Words>
  <Application>Microsoft Office PowerPoint</Application>
  <PresentationFormat>ワイド画面</PresentationFormat>
  <Paragraphs>69</Paragraphs>
  <Slides>7</Slides>
  <Notes>7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2" baseType="lpstr">
      <vt:lpstr>Yu Gothic UI</vt:lpstr>
      <vt:lpstr>Arial</vt:lpstr>
      <vt:lpstr>Calibri</vt:lpstr>
      <vt:lpstr>Segoe UI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琉翔 宇野</cp:lastModifiedBy>
  <cp:revision>2</cp:revision>
  <dcterms:created xsi:type="dcterms:W3CDTF">2013-01-27T09:14:16Z</dcterms:created>
  <dcterms:modified xsi:type="dcterms:W3CDTF">2026-09-02T15:32:09Z</dcterms:modified>
  <cp:category/>
</cp:coreProperties>
</file>