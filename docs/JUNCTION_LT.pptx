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848695"/>
            <a:ext cx="1409700" cy="9525"/>
          </a:xfrm>
          <a:prstGeom prst="rect">
            <a:avLst/>
          </a:prstGeom>
          <a:solidFill>
            <a:srgbClr val="2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rcRect l="28428" r="28428"/>
          <a:stretch>
            <a:fillRect/>
          </a:stretch>
        </p:blipFill>
        <p:spPr>
          <a:xfrm>
            <a:off x="6934200" y="0"/>
            <a:ext cx="5257800" cy="6858000"/>
          </a:xfrm>
          <a:prstGeom prst="rect">
            <a:avLst/>
          </a:prstGeom>
        </p:spPr>
      </p:pic>
      <p:pic>
        <p:nvPicPr>
          <p:cNvPr id="5" name="Picture 4" descr="sc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0"/>
            <a:ext cx="180975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859155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214">
                <a:solidFill>
                  <a:srgbClr val="2E6B52"/>
                </a:solidFill>
                <a:latin typeface="游ゴシック"/>
                <a:ea typeface="游ゴシック"/>
                <a:cs typeface="游ゴシック"/>
              </a:rPr>
              <a:t>一人称 ／ 空間パズル ／ 自作エンジン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753195"/>
            <a:ext cx="8591550" cy="198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78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 spc="1092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JUNCTION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991445"/>
            <a:ext cx="8591550" cy="1196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spc="1056">
                <a:solidFill>
                  <a:srgbClr val="17181A"/>
                </a:solidFill>
                <a:latin typeface="游明朝"/>
                <a:ea typeface="游明朝"/>
                <a:cs typeface="游明朝"/>
              </a:rPr>
              <a:t>継ぎ目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105870"/>
            <a:ext cx="5734050" cy="14270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46"/>
              </a:lnSpc>
              <a:spcBef>
                <a:spcPts val="0"/>
              </a:spcBef>
              <a:spcAft>
                <a:spcPts val="0"/>
              </a:spcAft>
            </a:pPr>
            <a:r>
              <a:rPr sz="2020" b="0">
                <a:solidFill>
                  <a:srgbClr val="17181A"/>
                </a:solidFill>
                <a:latin typeface="游明朝"/>
                <a:ea typeface="游明朝"/>
                <a:cs typeface="游明朝"/>
              </a:rPr>
              <a:t>扉が繋ぐのは、</a:t>
            </a:r>
          </a:p>
          <a:p>
            <a:pPr algn="l">
              <a:lnSpc>
                <a:spcPts val="3746"/>
              </a:lnSpc>
              <a:spcBef>
                <a:spcPts val="0"/>
              </a:spcBef>
              <a:spcAft>
                <a:spcPts val="0"/>
              </a:spcAft>
            </a:pPr>
            <a:r>
              <a:rPr sz="2020" b="0">
                <a:solidFill>
                  <a:srgbClr val="17181A"/>
                </a:solidFill>
                <a:latin typeface="游明朝"/>
                <a:ea typeface="游明朝"/>
                <a:cs typeface="游明朝"/>
              </a:rPr>
              <a:t>見えていた景色ではない。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96000"/>
            <a:ext cx="2404839" cy="3771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自作 DirectX 12 エンジン製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6826" y="6096000"/>
            <a:ext cx="1489769" cy="3771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C++ / Lua / Jolt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2745" y="6096000"/>
            <a:ext cx="876002" cy="37718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308770" y="581025"/>
            <a:ext cx="846445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rcRect l="25501" r="25501"/>
          <a:stretch>
            <a:fillRect/>
          </a:stretch>
        </p:blipFill>
        <p:spPr>
          <a:xfrm>
            <a:off x="7134225" y="1009650"/>
            <a:ext cx="4362450" cy="50101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5810250"/>
            <a:ext cx="19050" cy="514350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24700" y="1000125"/>
            <a:ext cx="438150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24700" y="6019800"/>
            <a:ext cx="438150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24700" y="1000125"/>
            <a:ext cx="9525" cy="5029200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96675" y="1000125"/>
            <a:ext cx="9525" cy="5029200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95300"/>
            <a:ext cx="1394073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176">
                <a:solidFill>
                  <a:srgbClr val="8E8D85"/>
                </a:solidFill>
                <a:latin typeface="游ゴシック"/>
                <a:ea typeface="游ゴシック"/>
                <a:cs typeface="游ゴシック"/>
              </a:rPr>
              <a:t>JUNCTION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9823" y="495300"/>
            <a:ext cx="1028997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176">
                <a:solidFill>
                  <a:srgbClr val="8E8D85"/>
                </a:solidFill>
                <a:latin typeface="游明朝"/>
                <a:ea typeface="游明朝"/>
                <a:cs typeface="游明朝"/>
              </a:rPr>
              <a:t>継ぎ目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63721" y="495300"/>
            <a:ext cx="11330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176">
                <a:solidFill>
                  <a:srgbClr val="8E8D85"/>
                </a:solidFill>
                <a:latin typeface="游ゴシック"/>
                <a:ea typeface="游ゴシック"/>
                <a:cs typeface="游ゴシック"/>
              </a:rPr>
              <a:t>02 / 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000125"/>
            <a:ext cx="887730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214">
                <a:solidFill>
                  <a:srgbClr val="2E6B52"/>
                </a:solidFill>
                <a:latin typeface="游ゴシック"/>
                <a:ea typeface="游ゴシック"/>
                <a:cs typeface="游ゴシック"/>
              </a:rPr>
              <a:t>ルールは 2 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466850"/>
            <a:ext cx="5924550" cy="168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450" b="1" spc="34">
                <a:solidFill>
                  <a:srgbClr val="17181A"/>
                </a:solidFill>
                <a:latin typeface="游明朝"/>
                <a:ea typeface="游明朝"/>
                <a:cs typeface="游明朝"/>
              </a:rPr>
              <a:t>扉をくぐるたび、</a:t>
            </a:r>
          </a:p>
          <a:p>
            <a:pPr algn="l">
              <a:lnSpc>
                <a:spcPts val="4416"/>
              </a:lnSpc>
              <a:spcBef>
                <a:spcPts val="0"/>
              </a:spcBef>
              <a:spcAft>
                <a:spcPts val="0"/>
              </a:spcAft>
            </a:pPr>
            <a:r>
              <a:rPr sz="3450" b="1" spc="34">
                <a:solidFill>
                  <a:srgbClr val="17181A"/>
                </a:solidFill>
                <a:latin typeface="游明朝"/>
                <a:ea typeface="游明朝"/>
                <a:cs typeface="游明朝"/>
              </a:rPr>
              <a:t>自分の背丈が変わる。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74168"/>
            <a:ext cx="5924550" cy="1031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7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操作は WASD と SPACE だけ。部屋の間取りも、置いてある椅子もロッカーも、どの部屋でも同じ。違うのは </a:t>
            </a:r>
            <a:r>
              <a:rPr sz="14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自分の大きさ</a:t>
            </a:r>
            <a:r>
              <a:rPr sz="142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 の方。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61804"/>
            <a:ext cx="740419" cy="3219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90">
                <a:solidFill>
                  <a:srgbClr val="2E6B52"/>
                </a:solidFill>
                <a:latin typeface="游ゴシック"/>
                <a:ea typeface="游ゴシック"/>
                <a:cs typeface="游ゴシック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8069" y="3904654"/>
            <a:ext cx="6251971" cy="464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柵 1.7m ／ 隙間 1.0m ／ 溝 4.6m ── 寸法は世界中で同じ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33279"/>
            <a:ext cx="740419" cy="3219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90">
                <a:solidFill>
                  <a:srgbClr val="2E6B52"/>
                </a:solidFill>
                <a:latin typeface="游ゴシック"/>
                <a:ea typeface="游ゴシック"/>
                <a:cs typeface="游ゴシック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069" y="4276129"/>
            <a:ext cx="4391025" cy="464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越えられない柵は、大きくなれば跨げる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04754"/>
            <a:ext cx="740419" cy="3219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90">
                <a:solidFill>
                  <a:srgbClr val="2E6B52"/>
                </a:solidFill>
                <a:latin typeface="游ゴシック"/>
                <a:ea typeface="游ゴシック"/>
                <a:cs typeface="游ゴシック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069" y="4647604"/>
            <a:ext cx="2690812" cy="464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緑の扉に触れたらクリア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10250"/>
            <a:ext cx="5924550" cy="771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落ちても戻るだけ。失敗も、制限時間も、詰みも無い。</a:t>
            </a:r>
          </a:p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全ステージは生成時に総当たりで解けることを検査している。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4700" y="6143625"/>
            <a:ext cx="659130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この扉の向こうは、同じ間取りの部屋。ただし縮尺が違う。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308770" y="581025"/>
            <a:ext cx="846445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5324921"/>
            <a:ext cx="6286500" cy="457200"/>
          </a:xfrm>
          <a:prstGeom prst="rect">
            <a:avLst/>
          </a:prstGeom>
          <a:solidFill>
            <a:srgbClr val="E4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67600" y="1000125"/>
            <a:ext cx="4038600" cy="198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67600" y="3757612"/>
            <a:ext cx="4038600" cy="198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rcRect t="6627" b="6627"/>
          <a:stretch>
            <a:fillRect/>
          </a:stretch>
        </p:blipFill>
        <p:spPr>
          <a:xfrm>
            <a:off x="7477125" y="1009650"/>
            <a:ext cx="4019550" cy="1962150"/>
          </a:xfrm>
          <a:prstGeom prst="rect">
            <a:avLst/>
          </a:prstGeom>
        </p:spPr>
      </p:pic>
      <p:pic>
        <p:nvPicPr>
          <p:cNvPr id="8" name="Picture 7" descr="image4.png"/>
          <p:cNvPicPr>
            <a:picLocks noChangeAspect="1"/>
          </p:cNvPicPr>
          <p:nvPr/>
        </p:nvPicPr>
        <p:blipFill>
          <a:blip r:embed="rId3"/>
          <a:srcRect t="6627" b="6627"/>
          <a:stretch>
            <a:fillRect/>
          </a:stretch>
        </p:blipFill>
        <p:spPr>
          <a:xfrm>
            <a:off x="7477125" y="3767137"/>
            <a:ext cx="4019550" cy="19621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3981896"/>
            <a:ext cx="6286500" cy="9525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4400996"/>
            <a:ext cx="628650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4858196"/>
            <a:ext cx="628650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5315396"/>
            <a:ext cx="628650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5772596"/>
            <a:ext cx="628650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67600" y="1000125"/>
            <a:ext cx="403860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67600" y="2971800"/>
            <a:ext cx="403860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67600" y="1000125"/>
            <a:ext cx="9525" cy="1981200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496675" y="1000125"/>
            <a:ext cx="9525" cy="1981200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67600" y="3757612"/>
            <a:ext cx="403860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67600" y="5729287"/>
            <a:ext cx="403860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67600" y="3757612"/>
            <a:ext cx="9525" cy="1981200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496675" y="3757612"/>
            <a:ext cx="9525" cy="1981200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95300"/>
            <a:ext cx="1394073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176">
                <a:solidFill>
                  <a:srgbClr val="8E8D85"/>
                </a:solidFill>
                <a:latin typeface="游ゴシック"/>
                <a:ea typeface="游ゴシック"/>
                <a:cs typeface="游ゴシック"/>
              </a:rPr>
              <a:t>JUNCTION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9823" y="495300"/>
            <a:ext cx="1028997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176">
                <a:solidFill>
                  <a:srgbClr val="8E8D85"/>
                </a:solidFill>
                <a:latin typeface="游明朝"/>
                <a:ea typeface="游明朝"/>
                <a:cs typeface="游明朝"/>
              </a:rPr>
              <a:t>継ぎ目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63721" y="495300"/>
            <a:ext cx="11330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176">
                <a:solidFill>
                  <a:srgbClr val="8E8D85"/>
                </a:solidFill>
                <a:latin typeface="游ゴシック"/>
                <a:ea typeface="游ゴシック"/>
                <a:cs typeface="游ゴシック"/>
              </a:rPr>
              <a:t>04 / 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000125"/>
            <a:ext cx="944880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214">
                <a:solidFill>
                  <a:srgbClr val="2E6B52"/>
                </a:solidFill>
                <a:latin typeface="游ゴシック"/>
                <a:ea typeface="游ゴシック"/>
                <a:cs typeface="游ゴシック"/>
              </a:rPr>
              <a:t>直した原則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28750"/>
            <a:ext cx="6305550" cy="1609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22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33">
                <a:solidFill>
                  <a:srgbClr val="17181A"/>
                </a:solidFill>
                <a:latin typeface="游明朝"/>
                <a:ea typeface="游明朝"/>
                <a:cs typeface="游明朝"/>
              </a:rPr>
              <a:t>比較対象を、</a:t>
            </a:r>
          </a:p>
          <a:p>
            <a:pPr algn="l">
              <a:lnSpc>
                <a:spcPts val="422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spc="33">
                <a:solidFill>
                  <a:srgbClr val="17181A"/>
                </a:solidFill>
                <a:latin typeface="游明朝"/>
                <a:ea typeface="游明朝"/>
                <a:cs typeface="游明朝"/>
              </a:rPr>
              <a:t>部屋の中に置く。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749153"/>
            <a:ext cx="6305550" cy="12627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86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部屋（壁・天井・扉・目地）だけが縮尺を持つ。</a:t>
            </a:r>
            <a:r>
              <a:rPr sz="128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ベンチ 0.95m・ロッカー 1.95m・木箱 0.75m は絶対寸法</a:t>
            </a:r>
            <a:r>
              <a:rPr sz="128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で、世界のどこでも同じ大きさにした。知っている大きさの物と見えている大きさが食い違った時にだけ、錯覚は起きる。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91421"/>
            <a:ext cx="1102816" cy="569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9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縮尺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9566" y="3991421"/>
            <a:ext cx="1102965" cy="569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9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自分の背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3481" y="3991421"/>
            <a:ext cx="1319658" cy="569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9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ベンチ 0.95m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54090" y="3991421"/>
            <a:ext cx="1428154" cy="569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9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ロッカー 1.95m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63195" y="3991421"/>
            <a:ext cx="1428005" cy="569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59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9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柵 1.7m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410521"/>
            <a:ext cx="1102816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69566" y="4410521"/>
            <a:ext cx="110296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0.90 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3481" y="4410521"/>
            <a:ext cx="1319658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目の高さ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54090" y="4410521"/>
            <a:ext cx="1428154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見上げる壁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3195" y="4410521"/>
            <a:ext cx="142800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越えられない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867721"/>
            <a:ext cx="1102816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69566" y="4867721"/>
            <a:ext cx="110296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1.80 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3481" y="4867721"/>
            <a:ext cx="1319658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54090" y="4867721"/>
            <a:ext cx="1428154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自分より高い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3195" y="4867721"/>
            <a:ext cx="142800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越えられない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324921"/>
            <a:ext cx="1102816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69566" y="5324921"/>
            <a:ext cx="110296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3.60 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53481" y="5324921"/>
            <a:ext cx="1319658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54090" y="5324921"/>
            <a:ext cx="1428154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63195" y="5324921"/>
            <a:ext cx="1428005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E6B52"/>
                </a:solidFill>
                <a:latin typeface="游ゴシック"/>
                <a:ea typeface="游ゴシック"/>
                <a:cs typeface="游ゴシック"/>
              </a:rPr>
              <a:t>膝。跨げる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67600" y="3095625"/>
            <a:ext cx="60769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縮尺 0.5 ── 自分が 0.90m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67600" y="3333750"/>
            <a:ext cx="6076950" cy="4209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ロッカーが見上げる壁になり、ベンチが目の高さに来る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67600" y="5853112"/>
            <a:ext cx="607695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縮尺 2 ── 自分が 3.60m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67600" y="6091237"/>
            <a:ext cx="6076950" cy="4209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同じロッカーが腰、同じベンチが脛。木箱は靴の大きさ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308770" y="581025"/>
            <a:ext cx="846445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2575321"/>
            <a:ext cx="5276850" cy="285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29350" y="2575321"/>
            <a:ext cx="5276850" cy="285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2"/>
          <a:srcRect t="2033" b="2033"/>
          <a:stretch>
            <a:fillRect/>
          </a:stretch>
        </p:blipFill>
        <p:spPr>
          <a:xfrm>
            <a:off x="695325" y="2584846"/>
            <a:ext cx="5257800" cy="2838450"/>
          </a:xfrm>
          <a:prstGeom prst="rect">
            <a:avLst/>
          </a:prstGeom>
        </p:spPr>
      </p:pic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3"/>
          <a:srcRect t="2033" b="2033"/>
          <a:stretch>
            <a:fillRect/>
          </a:stretch>
        </p:blipFill>
        <p:spPr>
          <a:xfrm>
            <a:off x="6238875" y="2584846"/>
            <a:ext cx="5257800" cy="28384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2575321"/>
            <a:ext cx="527685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5423296"/>
            <a:ext cx="527685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575321"/>
            <a:ext cx="9525" cy="2857500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53125" y="2575321"/>
            <a:ext cx="9525" cy="2857500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29350" y="2575321"/>
            <a:ext cx="527685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29350" y="5423296"/>
            <a:ext cx="527685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29350" y="2575321"/>
            <a:ext cx="9525" cy="2857500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496675" y="2575321"/>
            <a:ext cx="9525" cy="2857500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95300"/>
            <a:ext cx="1394073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176">
                <a:solidFill>
                  <a:srgbClr val="8E8D85"/>
                </a:solidFill>
                <a:latin typeface="游ゴシック"/>
                <a:ea typeface="游ゴシック"/>
                <a:cs typeface="游ゴシック"/>
              </a:rPr>
              <a:t>JUNCTION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9823" y="495300"/>
            <a:ext cx="1028997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176">
                <a:solidFill>
                  <a:srgbClr val="8E8D85"/>
                </a:solidFill>
                <a:latin typeface="游明朝"/>
                <a:ea typeface="游明朝"/>
                <a:cs typeface="游明朝"/>
              </a:rPr>
              <a:t>継ぎ目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63721" y="495300"/>
            <a:ext cx="11330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176">
                <a:solidFill>
                  <a:srgbClr val="8E8D85"/>
                </a:solidFill>
                <a:latin typeface="游ゴシック"/>
                <a:ea typeface="游ゴシック"/>
                <a:cs typeface="游ゴシック"/>
              </a:rPr>
              <a:t>05 / 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000125"/>
            <a:ext cx="6368504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214">
                <a:solidFill>
                  <a:srgbClr val="2E6B52"/>
                </a:solidFill>
                <a:latin typeface="游ゴシック"/>
                <a:ea typeface="游ゴシック"/>
                <a:cs typeface="游ゴシック"/>
              </a:rPr>
              <a:t>仕掛け 01 ── 同じものを二度見せる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333500"/>
            <a:ext cx="4252019" cy="14628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30">
                <a:solidFill>
                  <a:srgbClr val="17181A"/>
                </a:solidFill>
                <a:latin typeface="游明朝"/>
                <a:ea typeface="游明朝"/>
                <a:cs typeface="游明朝"/>
              </a:rPr>
              <a:t>越えられなかった柵を、</a:t>
            </a:r>
          </a:p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30">
                <a:solidFill>
                  <a:srgbClr val="17181A"/>
                </a:solidFill>
                <a:latin typeface="游明朝"/>
                <a:ea typeface="游明朝"/>
                <a:cs typeface="游明朝"/>
              </a:rPr>
              <a:t>跨いで終わる。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6200" y="1472803"/>
            <a:ext cx="3829050" cy="1114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93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柵は 1.7m。縮尺 1 の部屋では絶対に越えられない壁として、まず必ず一度見せる。同じ柵が、縮尺 2 の部屋では膝の高さで転がっている。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47121"/>
            <a:ext cx="793432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1 面目 ── 手も足も出ない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785246"/>
            <a:ext cx="7934325" cy="4209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向こうに出口が見えているのに行けない、という記憶を先に作る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9350" y="5547121"/>
            <a:ext cx="7934325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終盤 ── 同じ柵、同じ寸法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9350" y="5785246"/>
            <a:ext cx="7934325" cy="4209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跨げる。強くなったのではなく、運ばれた場所が違う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262389"/>
            <a:ext cx="16249650" cy="5105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17181A"/>
                </a:solidFill>
                <a:latin typeface="游明朝"/>
                <a:ea typeface="游明朝"/>
                <a:cs typeface="游明朝"/>
              </a:rPr>
              <a:t>「同じ物が違って見える」── これが錯覚の定義そのもの。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308770" y="581025"/>
            <a:ext cx="846445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3640038"/>
            <a:ext cx="47625" cy="47625"/>
          </a:xfrm>
          <a:prstGeom prst="rect">
            <a:avLst/>
          </a:prstGeom>
          <a:solidFill>
            <a:srgbClr val="2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3973413"/>
            <a:ext cx="47625" cy="47625"/>
          </a:xfrm>
          <a:prstGeom prst="rect">
            <a:avLst/>
          </a:prstGeom>
          <a:solidFill>
            <a:srgbClr val="2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4306788"/>
            <a:ext cx="47625" cy="47625"/>
          </a:xfrm>
          <a:prstGeom prst="rect">
            <a:avLst/>
          </a:prstGeom>
          <a:solidFill>
            <a:srgbClr val="2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4640163"/>
            <a:ext cx="47625" cy="47625"/>
          </a:xfrm>
          <a:prstGeom prst="rect">
            <a:avLst/>
          </a:prstGeom>
          <a:solidFill>
            <a:srgbClr val="2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2"/>
          <a:srcRect l="23879" r="23879"/>
          <a:stretch>
            <a:fillRect/>
          </a:stretch>
        </p:blipFill>
        <p:spPr>
          <a:xfrm>
            <a:off x="6905625" y="1009650"/>
            <a:ext cx="4591050" cy="494540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5800" y="5831383"/>
            <a:ext cx="19050" cy="493216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96100" y="1000125"/>
            <a:ext cx="461010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96100" y="5955059"/>
            <a:ext cx="4610100" cy="9525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96100" y="1000125"/>
            <a:ext cx="9525" cy="4964459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96675" y="1000125"/>
            <a:ext cx="9525" cy="4964459"/>
          </a:xfrm>
          <a:prstGeom prst="rect">
            <a:avLst/>
          </a:prstGeom>
          <a:solidFill>
            <a:srgbClr val="D6D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95300"/>
            <a:ext cx="1394073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176">
                <a:solidFill>
                  <a:srgbClr val="8E8D85"/>
                </a:solidFill>
                <a:latin typeface="游ゴシック"/>
                <a:ea typeface="游ゴシック"/>
                <a:cs typeface="游ゴシック"/>
              </a:rPr>
              <a:t>JUNCTION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9823" y="495300"/>
            <a:ext cx="1028997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176">
                <a:solidFill>
                  <a:srgbClr val="8E8D85"/>
                </a:solidFill>
                <a:latin typeface="游明朝"/>
                <a:ea typeface="游明朝"/>
                <a:cs typeface="游明朝"/>
              </a:rPr>
              <a:t>継ぎ目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63721" y="495300"/>
            <a:ext cx="1133028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176">
                <a:solidFill>
                  <a:srgbClr val="8E8D85"/>
                </a:solidFill>
                <a:latin typeface="游ゴシック"/>
                <a:ea typeface="游ゴシック"/>
                <a:cs typeface="游ゴシック"/>
              </a:rPr>
              <a:t>07 / 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000125"/>
            <a:ext cx="8591550" cy="354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80" b="0" spc="214">
                <a:solidFill>
                  <a:srgbClr val="2E6B52"/>
                </a:solidFill>
                <a:latin typeface="游ゴシック"/>
                <a:ea typeface="游ゴシック"/>
                <a:cs typeface="游ゴシック"/>
              </a:rPr>
              <a:t>仕掛け 03 ── 背後改変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428750"/>
            <a:ext cx="5734050" cy="14628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30">
                <a:solidFill>
                  <a:srgbClr val="17181A"/>
                </a:solidFill>
                <a:latin typeface="游明朝"/>
                <a:ea typeface="游明朝"/>
                <a:cs typeface="游明朝"/>
              </a:rPr>
              <a:t>背を向けている間だけ、</a:t>
            </a:r>
          </a:p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30">
                <a:solidFill>
                  <a:srgbClr val="17181A"/>
                </a:solidFill>
                <a:latin typeface="游明朝"/>
                <a:ea typeface="游明朝"/>
                <a:cs typeface="游明朝"/>
              </a:rPr>
              <a:t>部屋を書き換える。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51521"/>
            <a:ext cx="5734050" cy="9470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86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偽の廊下の突き当りを見ている数秒間、部屋は視界に入らない。そこで書き換えるので、変化の瞬間は誰にも見えない。音も鳴らさない。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3549550"/>
            <a:ext cx="253365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家具の位置が入れ替わる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3882925"/>
            <a:ext cx="276225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光の色が白から橙に変わる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775" y="4216300"/>
            <a:ext cx="230505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壁だった所に扉が開く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775" y="4549675"/>
            <a:ext cx="2293664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7181A"/>
                </a:solidFill>
                <a:latin typeface="游ゴシック"/>
                <a:ea typeface="游ゴシック"/>
                <a:cs typeface="游ゴシック"/>
              </a:rPr>
              <a:t>来た扉が塞がっている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31383"/>
            <a:ext cx="5734050" cy="739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42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発火条件は「トリガ点から半径 r 以内」かつ「部屋の中心が背中側（内積 &lt; -0.2）」が delay 秒続くこと。振り向きかけで発火すると台無しになる。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6100" y="6097934"/>
            <a:ext cx="6934200" cy="45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C6B64"/>
                </a:solidFill>
                <a:latin typeface="游ゴシック"/>
                <a:ea typeface="游ゴシック"/>
                <a:cs typeface="游ゴシック"/>
              </a:rPr>
              <a:t>振り返った後。光は橙、ロッカーは反対側、壁だった東に扉が開いている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273</Words>
  <Application>Microsoft Office PowerPoint</Application>
  <PresentationFormat>ワイド画面</PresentationFormat>
  <Paragraphs>80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游明朝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琉翔 宇野</cp:lastModifiedBy>
  <cp:revision>2</cp:revision>
  <dcterms:created xsi:type="dcterms:W3CDTF">2013-01-27T09:14:16Z</dcterms:created>
  <dcterms:modified xsi:type="dcterms:W3CDTF">2026-09-02T18:44:30Z</dcterms:modified>
  <cp:category/>
</cp:coreProperties>
</file>